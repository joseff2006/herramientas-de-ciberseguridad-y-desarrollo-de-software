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0" r:id="rId4"/>
    <p:sldId id="264" r:id="rId5"/>
    <p:sldId id="261" r:id="rId6"/>
    <p:sldId id="262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03D9E-C6A0-4CEC-BF09-1DB8B0FC9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524E8D-97B0-456D-9239-91388AA9E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13CDC-42FD-41C1-B3C1-39901C4F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BC77E-ED34-4357-AD69-D00E0958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08E222-972F-4554-9E48-E7A1573F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50399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1A6E5-2F8A-4BE5-8776-E96F1BB1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816535-2146-4587-9AEC-C2F430696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9E3C57-CBA1-4606-ACCC-38C8FB27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5A3BA2-6E9A-44DA-B1D6-D9BAA4B5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A151F-CF43-428C-B90F-1CBD326E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7198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F8448-B7C0-4A33-A67A-09BE0FA0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8904D0-4934-42F1-A4AE-454646F9C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01F3EF-61F1-4B3D-9032-58022C2C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B9378D-7B8E-4354-8EB5-1254F90E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504B2-CF9F-4ADE-A9A5-41E73381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4128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AE4BA-E0B2-4CC4-BE6F-8435A98E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CE208A-09CB-4D35-A67C-0898F3970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B274B9-F623-4D8C-B8D0-89893C9A2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E0C345-F91B-4176-95A4-2A64D965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1EEE70-8EA0-4851-9553-02EC6C7D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5169D9-BC5C-4E70-963F-DB2BA1CE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26231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69881-B9CD-4247-869F-A183219F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82C644-7F98-4ADF-B08F-1D9C863CE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0A6D36-AC02-4DF5-B243-28D984E53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51A3F4-99FD-4C94-A059-F5595D444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9AA512-2316-44D7-83B2-966FE4793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EB92FC-A20E-4432-B1BF-43BAAB07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FBCD33-D1AA-4FB4-8B8E-46B87148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7D4D4A-C35D-4634-BB45-9C589D54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0223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DB8BA-2BE8-457E-930D-94D9CD56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A79584-FBD5-4355-8C54-2B9026C5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3A196F-771A-4186-821F-926532FD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54124C-46D3-477F-8249-3F2A72CB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9731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44A8DE-89BB-4777-A262-934FDE54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B39281-1044-46FB-B965-A384BA75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CBCFE9-E203-4061-BEC0-4A0332E3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6430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6F9B4-1A69-4064-A9DC-7993B824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2EAD3E-1B5D-4742-9EE2-E6D0672F3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540682-4D21-4A38-AA69-5CF3DC7E4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0B34E3-EF28-401C-948D-1D25EC62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55D1A9-70E5-4DDB-BF0F-5A353482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842501-6D85-4795-B112-47F74434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9943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A3DD5-CD38-4221-A1DC-7C61F202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7FA790-D10D-40B3-B434-ECB7BAF78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388CF0-0073-4B5F-8C96-183DF1CA0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51D4B7-D228-4A9B-AE55-D6A0B2C2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9542C3-75AB-4CEC-BB4F-E926ECB9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5B7BC9-BF92-4022-A979-84B3C379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4738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E08DB-8AF8-4598-BD7B-2423C055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428FB5-D86D-48CD-BA2A-387989FAA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3CDA13-569B-47C9-AA83-A8188901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A1D458-9ED9-4618-9E06-1441C977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ACA2C0-AE26-451B-8580-5E8CAE12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2077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FA6B45-95E0-48D5-B089-6551FF5252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11B558-7EE1-4804-A789-2306D1D8E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AC193-F823-401E-A8DD-7B36F8C2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61AB27-D537-4ED9-9E31-55F02532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5E007-BF6D-4AE3-8911-83243C3E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3248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B8A4CC-7737-4C88-A47B-F06D31AD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95A23B-C383-4272-B1A6-E71BC427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22738-3F97-4F20-84DE-7804FB431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8A9A-B04C-4178-9FDC-26ABB3ED4D24}" type="datetimeFigureOut">
              <a:rPr lang="es-US" smtClean="0"/>
              <a:t>1/24/2026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22BB10-2D44-492B-A4EF-7E86B422F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4D66D7-2ACB-4D3D-8C2C-0CC68A0B4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3596F-BC97-43E7-BC2A-CCD80811C41D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98489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FC570-2ABA-4692-9569-5ECD6A06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591880-8820-4CE4-A805-A8757793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98777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425B5-3B22-49FE-A4FA-3AD71233A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B0A94A-7034-4351-B0AC-B185375A4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E8BD28-B522-4F25-B59B-893CCD01E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37" y="1122363"/>
            <a:ext cx="7173326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6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2981D-A2E1-49AE-A98B-A595C217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BB78F25-339B-42B1-A431-B0EDC6C81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5948" y="1825625"/>
            <a:ext cx="5504704" cy="4351338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16F9C0-AEB3-453C-981B-7030C4A69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79" y="1838325"/>
            <a:ext cx="4716921" cy="35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0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D46A8-D85D-4C41-A696-2E184404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7BBD64-213A-4D8E-A840-3D16D8AD9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578" y="1690688"/>
            <a:ext cx="5217644" cy="4351338"/>
          </a:xfrm>
        </p:spPr>
      </p:pic>
    </p:spTree>
    <p:extLst>
      <p:ext uri="{BB962C8B-B14F-4D97-AF65-F5344CB8AC3E}">
        <p14:creationId xmlns:p14="http://schemas.microsoft.com/office/powerpoint/2010/main" val="414815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8C6DC-D6D6-4F17-A553-8E23ED79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C6FA7A3-07CC-44E0-99E2-25C6114CC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777" y="1825625"/>
            <a:ext cx="5782445" cy="4351338"/>
          </a:xfrm>
        </p:spPr>
      </p:pic>
    </p:spTree>
    <p:extLst>
      <p:ext uri="{BB962C8B-B14F-4D97-AF65-F5344CB8AC3E}">
        <p14:creationId xmlns:p14="http://schemas.microsoft.com/office/powerpoint/2010/main" val="93677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FF427-5967-4D16-8F57-F83DC1F5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266529-81B4-4CA1-90AC-4AD22995C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2658" y="1825625"/>
            <a:ext cx="5806683" cy="4351338"/>
          </a:xfrm>
        </p:spPr>
      </p:pic>
    </p:spTree>
    <p:extLst>
      <p:ext uri="{BB962C8B-B14F-4D97-AF65-F5344CB8AC3E}">
        <p14:creationId xmlns:p14="http://schemas.microsoft.com/office/powerpoint/2010/main" val="173039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B8CA7-3745-44E1-A5B1-5427E2D4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610B206-7C1E-491C-9C33-11AFDB064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3227" y="1825625"/>
            <a:ext cx="5165545" cy="4351338"/>
          </a:xfrm>
        </p:spPr>
      </p:pic>
    </p:spTree>
    <p:extLst>
      <p:ext uri="{BB962C8B-B14F-4D97-AF65-F5344CB8AC3E}">
        <p14:creationId xmlns:p14="http://schemas.microsoft.com/office/powerpoint/2010/main" val="352765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9DA19-9A4D-4D3E-B08A-F891EBE3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46282AD-7922-46A5-8E38-FE3541D47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4803" y="1825625"/>
            <a:ext cx="5902393" cy="4351338"/>
          </a:xfrm>
        </p:spPr>
      </p:pic>
    </p:spTree>
    <p:extLst>
      <p:ext uri="{BB962C8B-B14F-4D97-AF65-F5344CB8AC3E}">
        <p14:creationId xmlns:p14="http://schemas.microsoft.com/office/powerpoint/2010/main" val="178774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B142A-88D9-466D-B74F-5FB855CC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62EFC46-F718-4AA4-8264-9367C6911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7272" y="1825625"/>
            <a:ext cx="5317456" cy="4351338"/>
          </a:xfrm>
        </p:spPr>
      </p:pic>
    </p:spTree>
    <p:extLst>
      <p:ext uri="{BB962C8B-B14F-4D97-AF65-F5344CB8AC3E}">
        <p14:creationId xmlns:p14="http://schemas.microsoft.com/office/powerpoint/2010/main" val="1717552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PC</cp:lastModifiedBy>
  <cp:revision>3</cp:revision>
  <dcterms:created xsi:type="dcterms:W3CDTF">2026-01-24T19:14:45Z</dcterms:created>
  <dcterms:modified xsi:type="dcterms:W3CDTF">2026-01-24T19:59:35Z</dcterms:modified>
</cp:coreProperties>
</file>